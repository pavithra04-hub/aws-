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A0773-CC77-463D-AC64-DC94F031CD41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C4B00-221E-495F-A8F4-0A6064E8E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51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C4B00-221E-495F-A8F4-0A6064E8E46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36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FD62-402C-8391-3045-7DC2224C1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D5D70-80E4-3BA6-8E3C-9A9775F03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E0729-6ACC-AAEF-F699-5365D641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EE82E-D6B6-4A3E-D451-EB7A0B9D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169A0-0509-187A-6098-FCD58B3E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07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C0B9-15B1-41D9-274C-6ADB81AA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2012F-9141-2479-AC34-DABA009A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A5228-8F73-9635-C086-E9E1B14C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E8DBD-65A2-8539-23F9-FF005195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0D257-8268-037B-0BE4-6356581F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90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A942-44C9-F81B-9B09-B2E45FEC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6AD56-7D32-B9B4-FDB8-6224EB746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6CB61-3369-F42E-823C-2BE36B69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E78AC-961E-3E76-F12F-9AE7DDFE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6F239-3B11-A191-918A-71CD8066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9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F92C-3EFC-D049-DA10-F878DED0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7A0A0-BF0A-B9D0-2A69-66A140DEE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0B122-1FBE-FD89-0A73-F278A75E0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36317-A446-981C-AC56-A8FC026B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6EF44-18AB-1C4F-667C-AD689F03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962CC-23FD-6AFC-8397-E7FA7E58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82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9D94-1BB1-2341-1A36-BC46B6C1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2F920-FBDB-4AD6-B6D5-C2925B498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D9B48-4DCB-03A7-B1A1-453FD49A4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0B707-D98F-06B0-59DF-D8D53CA7C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BEC6F-F1BA-00E7-3186-0ECAF8552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C0E7A-F1FD-87D3-83C6-E10966B06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2DEE51-24E1-38FD-586E-506383C8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09CD5-9290-7491-7695-9BABCACF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090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E3F27-A0FB-47AA-4590-3F92F16D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F8B49-68B9-06EE-82CC-0B8780D99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24D01-7B93-0C72-591E-ACE7CED3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C10D0-4AE3-35BD-EEFC-C506882F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583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20A88-2A80-9A37-71B6-7811EB97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EA5EA-7C3C-5EAE-157E-4D4BD145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D083E-668C-F164-A08E-23FA2CD2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85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9E5C-9747-1D45-0882-56546FE9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A0897-479D-4689-BDD5-949F729A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58B27-C522-4E2A-00F0-DCA410098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F5757-FDBE-9D40-7F93-47EAF5CC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E9932-8B8E-2D96-3ED3-146DBA3C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31B02-042E-ABA3-DA87-A347A375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83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2F1F-8E5A-4EFC-24A4-B855D47E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82A8D-7928-A061-462B-6959CE140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67573-6D7B-079D-581A-0A9383E5C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07331-E719-9CFF-E1BA-482F069B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A4990-F621-460F-99D7-C0C3CE4F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4578C-BDA3-68A2-CE07-A4974B36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55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28A4-C865-BFE2-A591-76FF482E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75E0F-1829-DC41-BF4F-B2A5D3EDC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723D-824D-7AD1-B649-1AA84436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3CF79-2DF1-F7AC-4F98-59479F4C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CB9C4-3B54-2BAF-F60A-230A2A97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1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F35AF-6649-2EF0-AABE-911671C16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F066B-FB88-58AC-0C50-39A3F624B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B8966-545E-26C9-A3AA-0BC06B6F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B750-132C-4250-69E3-E90BE52A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8B02E-4275-652D-2E80-DDB92EBB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26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529C4-87E4-6668-2D19-F3BCF6A6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D9780-11AF-6DDA-725D-51BAAEB2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9F60D-8AFF-58B9-6CA5-8228AFA5F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8E4B5-6C1E-406A-BBFC-BF88F5571F9B}" type="datetimeFigureOut">
              <a:rPr lang="en-IN" smtClean="0"/>
              <a:t>17-12-2024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7FF1-CD7E-A2BB-3710-FEEFB36CC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E6726-287E-59BE-622C-0B0795663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88785-B28D-4CF7-940E-C523F1135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02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10D5-C2FD-3BFD-1F70-0A2862991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FA61B-B1FD-11B4-80C2-CA1A9EDFB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A9470-5954-17C2-4EDA-4567D5EBB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" r="658"/>
          <a:stretch/>
        </p:blipFill>
        <p:spPr>
          <a:xfrm>
            <a:off x="0" y="-440675"/>
            <a:ext cx="12192000" cy="73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0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8B86F-6BF7-2FFF-E17F-30CFB1FCD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68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0B1AE-C6E7-555D-1DB3-AE84E059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5777E-5C61-E6EE-24D6-02C515683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2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C4840-04C0-489A-93E1-D59572579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8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404F62-3AE3-7B31-FA81-9A530EC4F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64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E8F3-8524-CBE5-872C-42B4DC32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8C44A-84A4-7E5A-AD96-7B3FA571F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1E5625-3583-1835-0EC1-494AE382B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CD89-ABF3-BD1C-62B6-8562F38E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-165253"/>
            <a:ext cx="4704203" cy="727113"/>
          </a:xfrm>
        </p:spPr>
        <p:txBody>
          <a:bodyPr>
            <a:noAutofit/>
          </a:bodyPr>
          <a:lstStyle/>
          <a:p>
            <a:r>
              <a:rPr lang="en-US" sz="2400" b="1" dirty="0"/>
              <a:t>Amazon </a:t>
            </a:r>
            <a:r>
              <a:rPr lang="en-US" sz="2400" b="1" dirty="0" err="1"/>
              <a:t>linux</a:t>
            </a:r>
            <a:r>
              <a:rPr lang="en-US" sz="2400" b="1" dirty="0"/>
              <a:t> instance connection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08F1A-CDAA-1F91-04C1-584672DF7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61" y="462708"/>
            <a:ext cx="12192000" cy="6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3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0CF6-15E0-CC9B-B83E-69656D35C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20" y="365126"/>
            <a:ext cx="3712685" cy="538258"/>
          </a:xfrm>
        </p:spPr>
        <p:txBody>
          <a:bodyPr>
            <a:noAutofit/>
          </a:bodyPr>
          <a:lstStyle/>
          <a:p>
            <a:r>
              <a:rPr lang="en-US" sz="2400" b="1" dirty="0"/>
              <a:t>Red hat instance connection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CAD34-0B69-94F1-8802-9AD4F4C6C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20" y="903384"/>
            <a:ext cx="11982680" cy="59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58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976-B490-DB72-80E8-5C14C2F9C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7" y="365126"/>
            <a:ext cx="10598225" cy="483174"/>
          </a:xfrm>
        </p:spPr>
        <p:txBody>
          <a:bodyPr>
            <a:noAutofit/>
          </a:bodyPr>
          <a:lstStyle/>
          <a:p>
            <a:r>
              <a:rPr lang="en-US" sz="2800" b="1" dirty="0"/>
              <a:t>Ubuntu instance </a:t>
            </a:r>
            <a:r>
              <a:rPr lang="en-US" sz="2800" b="1" dirty="0" err="1"/>
              <a:t>connection,creation</a:t>
            </a:r>
            <a:r>
              <a:rPr lang="en-US" sz="2800" b="1" dirty="0"/>
              <a:t> of file to show the </a:t>
            </a:r>
            <a:r>
              <a:rPr lang="en-US" sz="2800" b="1" dirty="0" err="1"/>
              <a:t>efs</a:t>
            </a:r>
            <a:r>
              <a:rPr lang="en-US" sz="2800" b="1" dirty="0"/>
              <a:t> working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BB625-576C-5026-E4A2-1A384317A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300"/>
            <a:ext cx="12192000" cy="60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3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DB57-4CE0-9C24-09B0-986C7E57F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9177051" cy="461140"/>
          </a:xfrm>
        </p:spPr>
        <p:txBody>
          <a:bodyPr>
            <a:noAutofit/>
          </a:bodyPr>
          <a:lstStyle/>
          <a:p>
            <a:r>
              <a:rPr lang="en-US" sz="3200" b="1" dirty="0"/>
              <a:t>Ubuntu “file.txt” is visible in amazon </a:t>
            </a:r>
            <a:r>
              <a:rPr lang="en-US" sz="3200" b="1" dirty="0" err="1"/>
              <a:t>linux</a:t>
            </a:r>
            <a:r>
              <a:rPr lang="en-US" sz="3200" b="1" dirty="0"/>
              <a:t> instance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7ECD4-0E08-8625-C268-A86519D0E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6266"/>
            <a:ext cx="12192000" cy="603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8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65E3-9292-471E-72B8-F5DCF0A6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6"/>
            <a:ext cx="10946176" cy="912832"/>
          </a:xfrm>
        </p:spPr>
        <p:txBody>
          <a:bodyPr>
            <a:normAutofit/>
          </a:bodyPr>
          <a:lstStyle/>
          <a:p>
            <a:r>
              <a:rPr lang="en-US" sz="3200" b="1" dirty="0"/>
              <a:t>Ubuntu “file.txt” is visible in Red hat instance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E0BB64-8D23-47C7-7934-7D71D0312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7619"/>
            <a:ext cx="12192000" cy="642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11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BF13-90F1-7CC1-3F00-00DC4394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116CC-7F54-73E8-7D38-3D8500C56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3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45</Words>
  <Application>Microsoft Office PowerPoint</Application>
  <PresentationFormat>Widescreen</PresentationFormat>
  <Paragraphs>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Amazon linux instance connection</vt:lpstr>
      <vt:lpstr>Red hat instance connection</vt:lpstr>
      <vt:lpstr>Ubuntu instance connection,creation of file to show the efs working</vt:lpstr>
      <vt:lpstr>Ubuntu “file.txt” is visible in amazon linux instance</vt:lpstr>
      <vt:lpstr>Ubuntu “file.txt” is visible in Red hat instance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S</dc:creator>
  <cp:lastModifiedBy>pavithra S</cp:lastModifiedBy>
  <cp:revision>7</cp:revision>
  <dcterms:created xsi:type="dcterms:W3CDTF">2024-12-17T13:57:25Z</dcterms:created>
  <dcterms:modified xsi:type="dcterms:W3CDTF">2024-12-17T14:18:03Z</dcterms:modified>
</cp:coreProperties>
</file>